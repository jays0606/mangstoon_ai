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Mangstoon</a:t>
            </a:r>
            <a:pPr indent="0" marL="0">
              <a:buNone/>
            </a:pPr>
            <a:r>
              <a:rPr lang="en-US" sz="52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망상, Your Webtoon.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834640"/>
            <a:ext cx="1645920" cy="36576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108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webtoon generator that turns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story into a 20-panel webtoon in under 1 minute.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 Seoul Hackathon  •  Entertainment Track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760720" y="548640"/>
            <a:ext cx="2926080" cy="4023360"/>
          </a:xfrm>
          <a:prstGeom prst="rect">
            <a:avLst/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2286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App Screenshot 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망상?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71600"/>
            <a:ext cx="73152" cy="13716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3716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망상 </a:t>
            </a:r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(n.)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Your wildest, most embarrassing fantasy.</a:t>
            </a:r>
            <a:endParaRPr lang="en-US" sz="3200" dirty="0"/>
          </a:p>
          <a:p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you replay in your head but would never tell anyone.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5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AI could turn that into a webtoon — starring you?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7680960" cy="82296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3840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win the Gemini hackathon. Google flies me business class to Mountain View. I give a keynote at Google I/O. Backstage, I bump into Jisoo from BLACKPINK — she's super into AI. We start dating."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in Entertainment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0" y="347472"/>
            <a:ext cx="2743200" cy="384048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0" y="3474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ENTERTAINMENT TRACK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 is a global entertainment powerhouse. Webtoons are the content engine.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2331720" cy="118872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463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$10B+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Webtoon market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(2025)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331720" cy="118872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463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$60B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91840" y="2057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2031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 CAGR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1371600"/>
            <a:ext cx="2331720" cy="118872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1463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170M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852160" y="2057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active users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countries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788920"/>
            <a:ext cx="2331720" cy="118872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40+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731520" y="3474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K-dramas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adapted from webtoons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2788920"/>
            <a:ext cx="2331720" cy="118872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9184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$1.35B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3291840" y="3474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WEBTOON revenue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(2024)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0" y="2788920"/>
            <a:ext cx="2331720" cy="118872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5216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155M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5852160" y="3474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WEBTOON ecosystem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users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Webtoon  →  K-Drama  →  Netflix  →  Global IP.   This is Korea's entertainment pipeline.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webtoons is expensive, slow, and exclusive.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486400" cy="658368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" cy="658368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12,000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0" y="146304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webtoon artists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all of South Korea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267712"/>
            <a:ext cx="5486400" cy="658368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267712"/>
            <a:ext cx="54864" cy="658368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6771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$60K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0" y="226771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cost for 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episode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072384"/>
            <a:ext cx="5486400" cy="658368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072384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07238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100+ hrs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43200" y="307238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per episode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(40+ panels weekly)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877056"/>
            <a:ext cx="5486400" cy="658368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877056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87705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$11/hr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43200" y="387705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creator pay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80-hr weeks, burnout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1463040"/>
            <a:ext cx="2286000" cy="219456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14630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Millions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stories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trapped in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heads.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492240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WEBTOON Canvas proved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— $27M paid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 since 2020.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Barrier: drawing skill.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92240" y="3840480"/>
            <a:ext cx="2286000" cy="4572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REMOVE THIS BARRIER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274320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3657600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Hire an artist ($60K+)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1214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Wait weeks for pilot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50545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100+ hours per episode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88950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Need drawing skills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2735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Limited to professionals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274320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MangstoonAI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Type 3 sentences of story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1214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Upload a selfie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25054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20 panels in &lt; 1 minute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8895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Edit any panel with chat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32735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Anyone can create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5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weeks and $60K to minutes and $0. That's the shift.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887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3657600" y="2468880"/>
            <a:ext cx="1828800" cy="36576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a 망상 become a webtoon — live.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1554480" cy="45720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657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Style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94560" y="3657600"/>
            <a:ext cx="1554480" cy="45720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3657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Story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0" y="3657600"/>
            <a:ext cx="1554480" cy="45720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3657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Selfie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3657600"/>
            <a:ext cx="1554480" cy="45720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3657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20 Panels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06640" y="3657600"/>
            <a:ext cx="1554480" cy="45720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3657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with Chat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74520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9240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86600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— 3-Phase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agentic pipeline, not a simple API wrapper.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320040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560320" cy="41148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UNDERSTAND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Selfie Input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562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uploads photo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extract_character()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877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3.1 Pro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decompose_story()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3192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 Flash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20-Panel Storyboard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0507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5-act structure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175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53935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3291840" y="1188720"/>
            <a:ext cx="2560320" cy="320040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1188720"/>
            <a:ext cx="256032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1188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GENERATE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1691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Storyboard JSON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18562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panel descriptions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74720" y="24231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Optimizer (×20)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74720" y="25877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 Flash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9184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0" y="3154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Generator (×20)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74720" y="33192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3.1 Flash Image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91840" y="3520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474720" y="38862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 PARALLEL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0" y="40507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asyncio.gather()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521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563EB"/>
                </a:solidFill>
              </a:rPr>
              <a:t>→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6126480" y="1188720"/>
            <a:ext cx="2560320" cy="320040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1188720"/>
            <a:ext cx="256032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1188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EDIT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1691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Panel(s)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18562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Multi-select support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26480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309360" y="24231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Edit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25877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"More romantic"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2648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309360" y="3154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edit_panel()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09360" y="33192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Flash → Flash Image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26480" y="3520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↓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309360" y="38862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Regenerated Panels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09360" y="40507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edits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 AI Creates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images — a complete narrative storyboard with 5-act structure.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554480" cy="201168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Panels 1-4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intro,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building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651760"/>
            <a:ext cx="228600" cy="320040"/>
          </a:xfrm>
          <a:prstGeom prst="rect">
            <a:avLst/>
          </a:prstGeom>
          <a:solidFill>
            <a:srgbClr val="2563EB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2651760"/>
            <a:ext cx="228600" cy="320040"/>
          </a:xfrm>
          <a:prstGeom prst="rect">
            <a:avLst/>
          </a:prstGeom>
          <a:solidFill>
            <a:srgbClr val="2563EB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2651760"/>
            <a:ext cx="228600" cy="320040"/>
          </a:xfrm>
          <a:prstGeom prst="rect">
            <a:avLst/>
          </a:prstGeom>
          <a:solidFill>
            <a:srgbClr val="2563EB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417320" y="2651760"/>
            <a:ext cx="228600" cy="320040"/>
          </a:xfrm>
          <a:prstGeom prst="rect">
            <a:avLst/>
          </a:prstGeom>
          <a:solidFill>
            <a:srgbClr val="2563EB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194560" y="1188720"/>
            <a:ext cx="1554480" cy="201168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94560" y="1188720"/>
            <a:ext cx="155448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2194560" y="1188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94560" y="1783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Panels 5-9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2103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builds,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stakes rise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31720" y="2651760"/>
            <a:ext cx="228600" cy="320040"/>
          </a:xfrm>
          <a:prstGeom prst="rect">
            <a:avLst/>
          </a:prstGeom>
          <a:solidFill>
            <a:srgbClr val="059669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606040" y="2651760"/>
            <a:ext cx="228600" cy="320040"/>
          </a:xfrm>
          <a:prstGeom prst="rect">
            <a:avLst/>
          </a:prstGeom>
          <a:solidFill>
            <a:srgbClr val="059669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880360" y="2651760"/>
            <a:ext cx="228600" cy="320040"/>
          </a:xfrm>
          <a:prstGeom prst="rect">
            <a:avLst/>
          </a:prstGeom>
          <a:solidFill>
            <a:srgbClr val="059669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154680" y="2651760"/>
            <a:ext cx="228600" cy="320040"/>
          </a:xfrm>
          <a:prstGeom prst="rect">
            <a:avLst/>
          </a:prstGeom>
          <a:solidFill>
            <a:srgbClr val="059669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429000" y="2651760"/>
            <a:ext cx="228600" cy="320040"/>
          </a:xfrm>
          <a:prstGeom prst="rect">
            <a:avLst/>
          </a:prstGeom>
          <a:solidFill>
            <a:srgbClr val="059669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931920" y="1188720"/>
            <a:ext cx="1554480" cy="201168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931920" y="1188720"/>
            <a:ext cx="1554480" cy="5029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0" y="1188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Climax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31920" y="1783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Panels 10-14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31920" y="2103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tension,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point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069080" y="2651760"/>
            <a:ext cx="228600" cy="320040"/>
          </a:xfrm>
          <a:prstGeom prst="rect">
            <a:avLst/>
          </a:prstGeom>
          <a:solidFill>
            <a:srgbClr val="E53935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43400" y="2651760"/>
            <a:ext cx="228600" cy="320040"/>
          </a:xfrm>
          <a:prstGeom prst="rect">
            <a:avLst/>
          </a:prstGeom>
          <a:solidFill>
            <a:srgbClr val="E53935">
              <a:alpha val="3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17720" y="2651760"/>
            <a:ext cx="228600" cy="320040"/>
          </a:xfrm>
          <a:prstGeom prst="rect">
            <a:avLst/>
          </a:prstGeom>
          <a:solidFill>
            <a:srgbClr val="E53935">
              <a:alpha val="3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92040" y="2651760"/>
            <a:ext cx="228600" cy="320040"/>
          </a:xfrm>
          <a:prstGeom prst="rect">
            <a:avLst/>
          </a:prstGeom>
          <a:solidFill>
            <a:srgbClr val="E53935">
              <a:alpha val="3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166360" y="2651760"/>
            <a:ext cx="228600" cy="320040"/>
          </a:xfrm>
          <a:prstGeom prst="rect">
            <a:avLst/>
          </a:prstGeom>
          <a:solidFill>
            <a:srgbClr val="E53935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669280" y="1188720"/>
            <a:ext cx="1554480" cy="201168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669280" y="1188720"/>
            <a:ext cx="155448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0" y="1188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0" y="1783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Panels 15-18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69280" y="2103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806440" y="2651760"/>
            <a:ext cx="228600" cy="320040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080760" y="2651760"/>
            <a:ext cx="228600" cy="320040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355080" y="2651760"/>
            <a:ext cx="228600" cy="320040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629400" y="2651760"/>
            <a:ext cx="228600" cy="320040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406640" y="1188720"/>
            <a:ext cx="1554480" cy="201168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406640" y="1188720"/>
            <a:ext cx="155448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7406640" y="1188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Epilogue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06640" y="1783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Panels 19-20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06640" y="2103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close,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moment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543800" y="2651760"/>
            <a:ext cx="228600" cy="32004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18120" y="2651760"/>
            <a:ext cx="228600" cy="32004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40080" y="3429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Panel Contains: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22960" y="37947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Description:  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286000" y="3794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visual scene composition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22960" y="40873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State:  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86000" y="4087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Expression, pose, emotion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22960" y="43799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Angle:  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86000" y="4379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Close-up, wide shot, bird's eye, etc.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846320" y="37947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Mood:  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309360" y="3794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Warm, tense, romantic, comedic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846320" y="40873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Dialogue:  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309360" y="4087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bubble text in context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846320" y="43799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Outfit:  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309360" y="4379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clothing across panels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Powered by Gemini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0" y="274320"/>
            <a:ext cx="3291840" cy="384048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0" y="2743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AGENTIC PIPELINE — NOT A WRAPPER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7955280" cy="68580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868680"/>
            <a:ext cx="73152" cy="6858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8686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3.1 Pro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8686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Director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0" y="8686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Orchestrates 3-phase pipeline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character from selfie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narrative structure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1673352"/>
            <a:ext cx="7955280" cy="68580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1673352"/>
            <a:ext cx="73152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67335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 Flash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167335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Engine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16733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Decomposes user story into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5-act, 20-panel storyboard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full scene metadata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478024"/>
            <a:ext cx="7955280" cy="68580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478024"/>
            <a:ext cx="73152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47802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 Flash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2478024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Optimizer (×20)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247802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storyboard metadata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optimized visual prompts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character consistency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282696"/>
            <a:ext cx="7955280" cy="68580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282696"/>
            <a:ext cx="73152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28269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3.1 Flash Image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17520" y="3282696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Generator (×20)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328269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all panels in parallel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9:16 vertical, full color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bubbles embedded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4087368"/>
            <a:ext cx="7955280" cy="68580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4087368"/>
            <a:ext cx="73152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40873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017520" y="40873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Framework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408736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routing &amp; context mgmt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stream capture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Break-out for parallel gen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4709160"/>
            <a:ext cx="7955280" cy="32004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7091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Agent decomposes story creatively → we break the event stream → fire all 20 panels in parallel via asyncio.gather()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Is Different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5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image generation. Narrative AI.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657600" cy="320040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3657600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AI Image Tools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One image at a 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2677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No narrative 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6151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No character consistency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9626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No scene-to-scene continuity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3101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No dialogue / speech bubbles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6576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No editing — regenerate from scratch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40050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Prompt engineering required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3931920" cy="320040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MangstoonAI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192024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20 panels in parallel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2677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5-act narrative structure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61518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Character extracted from selfie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96265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Scene continuity via storyboard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31012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Dialogue in speech bubbles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6576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Multi-select edit with NL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400507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3 sentences → full webtoon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Impact: Democratizing Visual Storytelling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Creator Funnel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347472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with stories &amp; fantasies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2167128"/>
            <a:ext cx="292608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67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to make visual content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4414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 of millions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88720" y="2825496"/>
            <a:ext cx="237744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28254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write (CANVAS, Wattpad)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88720" y="30998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554480" y="3483864"/>
            <a:ext cx="1645920" cy="5029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34838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draw webtoons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54480" y="3758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12,000 pros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MangstoonAI bridges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gap ↑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005840"/>
            <a:ext cx="3931920" cy="365760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1463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$27M+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0936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to CANVAS creators since 2020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Proving UGC demand is real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22402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09360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digital content will be AI-generated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2026 (Gartner)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30175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$142B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30936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creative tools market by 2034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26.5% CAGR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37947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Styles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30936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K-Webtoon, Anime, Comic, Cinematic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markets, one pipeline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replace artists.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create a new category.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7680960" cy="9144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PERSONAL WEBTOONS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539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fantasy.        Your face.        Your story.        Under 1 minute.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3657600"/>
            <a:ext cx="2743200" cy="3657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MangstoonAI turns every person into a webtoon creator.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 WEBTOON Canvas integration   •   30+ panel scaling   •   Style transfer   •   Webtoon → K-drama IP pipeline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MangstoonAI — Pitch Deck</dc:title>
  <dc:subject>PptxGenJS Presentation</dc:subject>
  <dc:creator>Jaeho Shin</dc:creator>
  <cp:lastModifiedBy>Jaeho Shin</cp:lastModifiedBy>
  <cp:revision>1</cp:revision>
  <dcterms:created xsi:type="dcterms:W3CDTF">2026-02-28T05:12:14Z</dcterms:created>
  <dcterms:modified xsi:type="dcterms:W3CDTF">2026-02-28T05:12:14Z</dcterms:modified>
</cp:coreProperties>
</file>